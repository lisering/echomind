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GrpSp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/>
    </p:spTree>
  </p:cSld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Slide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143000"/>
          <a:ext cx="5486400" cy="741680"/>
        </p:xfrm>
        <a:graphic>
          <a:graphicData uri="http://schemas.openxmlformats.org/drawingml/2006/table">
            <a:tbl>
              <a:tblPr firstRow="1">
                <a:tableStyleId>{5940675A-B579-4ACC-AB9E-9974666C9D52}</a:tableStyleId>
              </a:tblP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Header 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