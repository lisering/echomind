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GrpSp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Title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Bullet One</a:t>
            </a:r>
            <a:br/>
            <a:r>
              <a:rPr lang="en-US"/>
              <a:t>Bullet Two</a:t>
            </a:r>
            <a:b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