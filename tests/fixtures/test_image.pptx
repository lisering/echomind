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GrpSp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 Slide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Text with image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